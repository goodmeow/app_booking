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3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v3.11.0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1.3.8 (19)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1.3.8).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1.3.8 (19)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v1.3.8 (19) · CMS 3.11.0.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1.3.8 (19)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1.3.8-19-85ca335.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