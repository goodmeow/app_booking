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v3.11.0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1.3.7 (18)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25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1.3.7).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16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16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(Admin/Resepsionis/User) dan floor group.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16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16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16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16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Admin dan resepsionis dibuat; floor group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v3.11.0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1.3.7 (18)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25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