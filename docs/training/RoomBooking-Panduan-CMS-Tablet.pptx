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25"/>
    <p:sldId id="274" r:id="rId26"/>
    <p:sldId id="275" r:id="rId27"/>
    <p:sldId id="276" r:id="rId28"/>
    <p:sldId id="264" r:id="rId16"/>
    <p:sldId id="265" r:id="rId17"/>
    <p:sldId id="277" r:id="rId29"/>
    <p:sldId id="266" r:id="rId18"/>
    <p:sldId id="267" r:id="rId19"/>
    <p:sldId id="272" r:id="rId24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1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tombol Selesai memang disembunyikan (easter egg) untuk mencegah anggota rapat menyelesaikan meeting orang lain secara tidak sengaja. Syarat: sudah check-in dan meeting sudah berjalan. Jika check-in terlalu awal, kiosk menampilkan waktu tombol Selesai aktif. Jangan memaksa tutup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1.3.9 (20)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1.3.9).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matrix akses  ·  Multi-lantai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22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22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(Admin/Resepsionis/Pengguna) dan lantai kerja — boleh lebih dari satu.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Satu akun, banyak lantai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Lantai kerja </a:t>
            </a:r>
            <a:r>
              <a:rPr sz="1400" b="0">
                <a:solidFill>
                  <a:srgbClr val="E9EEF3"/>
                </a:solidFill>
                <a:latin typeface="Arial"/>
              </a:rPr>
              <a:t>di form Pengguna kini berupa daftar: pilih satu atau beberapa lantai, atau Semua lantai.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Kolom Lantai </a:t>
            </a:r>
            <a:r>
              <a:rPr sz="1400" b="0">
                <a:solidFill>
                  <a:srgbClr val="E9EEF3"/>
                </a:solidFill>
                <a:latin typeface="Arial"/>
              </a:rPr>
              <a:t>menampilkan satu chip per lantai; akun tanpa lantai diberi chip peringatan “belum diatur”.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Karyawan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bisa memesan ruangan di lantai akunnya; ruangan lantai lain ditolak 403 FLOOR_RESTRICTED.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Resepsionis </a:t>
            </a:r>
            <a:r>
              <a:rPr sz="1400" b="0">
                <a:solidFill>
                  <a:srgbClr val="E9EEF3"/>
                </a:solidFill>
                <a:latin typeface="Arial"/>
              </a:rPr>
              <a:t>melihat dan mengubah booking di semua lantai yang ia pegang, bukan hanya booking yang ia buat.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Kiosk </a:t>
            </a:r>
            <a:r>
              <a:rPr sz="1400" b="0">
                <a:solidFill>
                  <a:srgbClr val="E9EEF3"/>
                </a:solidFill>
                <a:latin typeface="Arial"/>
              </a:rPr>
              <a:t>memakai kartu karyawan: kartu hanya boleh memesan ruangan di lantai akunnya.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Data lama aman: </a:t>
            </a:r>
            <a:r>
              <a:rPr sz="1400" b="0">
                <a:solidFill>
                  <a:srgbClr val="E9EEF3"/>
                </a:solidFill>
                <a:latin typeface="Arial"/>
              </a:rPr>
              <a:t>nilai lantai tunggal (floor) tetap terbaca bila daftar lantai kosong.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Karyawan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Lantai akun saja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yang dipegang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(Admin &amp; Super Admin)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Isi lantai sejak awal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Akun tanpa lantai tidak bisa memesan. Isi saat membuat user, atau massal lewat impor CSV kolom floor.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AKSES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Super Admin: akun pengaman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pertama /setup </a:t>
            </a:r>
            <a:r>
              <a:rPr sz="1400" b="0">
                <a:solidFill>
                  <a:srgbClr val="E9EEF3"/>
                </a:solidFill>
                <a:latin typeface="Arial"/>
              </a:rPr>
              <a:t>otomatis berperan Super Admin, bukan Admin biasa.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Selalu semua menu: </a:t>
            </a:r>
            <a:r>
              <a:rPr sz="1400" b="0">
                <a:solidFill>
                  <a:srgbClr val="E9EEF3"/>
                </a:solidFill>
                <a:latin typeface="Arial"/>
              </a:rPr>
              <a:t>baris Super Admin di matrix terkunci dan tidak bisa dicabut.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Hanya Super Admin </a:t>
            </a:r>
            <a:r>
              <a:rPr sz="1400" b="0">
                <a:solidFill>
                  <a:srgbClr val="E9EEF3"/>
                </a:solidFill>
                <a:latin typeface="Arial"/>
              </a:rPr>
              <a:t>yang bisa membuka matrix peran dan log audit.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dilindungi: </a:t>
            </a:r>
            <a:r>
              <a:rPr sz="1400" b="0">
                <a:solidFill>
                  <a:srgbClr val="E9EEF3"/>
                </a:solidFill>
                <a:latin typeface="Arial"/>
              </a:rPr>
              <a:t>tombol Hapus tidak ada, role tidak bisa diturunkan, dan reset sandinya hanya oleh Super Admin lain.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Jangan untuk harian: </a:t>
            </a:r>
            <a:r>
              <a:rPr sz="1400" b="0">
                <a:solidFill>
                  <a:srgbClr val="E9EEF3"/>
                </a:solidFill>
                <a:latin typeface="Arial"/>
              </a:rPr>
              <a:t>buat akun Admin/Resepsionis untuk staf; akun Super Admin untuk perubahan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Kalau terkunci, </a:t>
            </a:r>
            <a:r>
              <a:rPr sz="1400" b="0">
                <a:solidFill>
                  <a:srgbClr val="E9EEF3"/>
                </a:solidFill>
                <a:latin typeface="Arial"/>
              </a:rPr>
              <a:t>pemulihan hanya lewat database — libatkan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tetap · matrix &amp; audit · bisa memberi role Super Admin · akun dilindungi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468880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514600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514600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(bisa diubah) · tanpa matrix &amp; audit · tidak bisa mengubah akun Super Admin</a:t>
            </a:r>
          </a:p>
        </p:txBody>
      </p:sp>
      <p:sp>
        <p:nvSpPr>
          <p:cNvPr id="15" name="Rectangle 12 15"/>
          <p:cNvSpPr/>
          <p:nvPr/>
        </p:nvSpPr>
        <p:spPr>
          <a:xfrm>
            <a:off x="6537960" y="3794760"/>
            <a:ext cx="5074920" cy="169164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Role ini tidak muncul di form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Pilihan role di form Pengguna hanya Admin, Resepsionis, dan Pengguna. Hanya Super Admin yang boleh menetapkan role Super Admin (lewat API).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Matrix menu per peran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Masuk sebagai Super Admin, buka Manajemen → tab Pengaturan.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Gulir ke bagian Manajemen Peran Pengguna.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Centang menu yang boleh dibuka tiap peran (enam kolom).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Klik Simpan matriks; perubahan berlaku pada permintaan berikutnya (cache ±30 detik).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590288"/>
            <a:ext cx="562356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Matrix juga menjaga API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Mencabut Pengguna membuat peran itu tidak bisa membuat/mengubah user; mencabut Kalender menolak semua /api/events dengan 403. Sisakan satu akun Super Admin aktif.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(tetap)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2199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26771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26771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299923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04495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04495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6" name="Rectangle 7 26"/>
          <p:cNvSpPr/>
          <p:nvPr/>
        </p:nvSpPr>
        <p:spPr>
          <a:xfrm>
            <a:off x="6537960" y="37764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8 27"/>
          <p:cNvSpPr txBox="1"/>
          <p:nvPr/>
        </p:nvSpPr>
        <p:spPr>
          <a:xfrm>
            <a:off x="6720840" y="38221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Pengguna</a:t>
            </a:r>
          </a:p>
        </p:txBody>
      </p:sp>
      <p:sp>
        <p:nvSpPr>
          <p:cNvPr id="28" name="TextBox 9 28"/>
          <p:cNvSpPr txBox="1"/>
          <p:nvPr/>
        </p:nvSpPr>
        <p:spPr>
          <a:xfrm>
            <a:off x="8852306" y="38221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9" name="TextBox 9 29"/>
          <p:cNvSpPr txBox="1"/>
          <p:nvPr/>
        </p:nvSpPr>
        <p:spPr>
          <a:xfrm>
            <a:off x="6537960" y="46177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Nilai awal migrasi 022. Ubah lewat CMS, bukan SQL, agar tercatat di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Log audit perubahan sensitif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Lokasi: </a:t>
            </a:r>
            <a:r>
              <a:rPr sz="1400" b="0">
                <a:solidFill>
                  <a:srgbClr val="E9EEF3"/>
                </a:solidFill>
                <a:latin typeface="Arial"/>
              </a:rPr>
              <a:t>Pengaturan → Log audit, hanya untuk Super Admin. 100 entri terbaru, terbaru di atas.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Isi baris: </a:t>
            </a:r>
            <a:r>
              <a:rPr sz="1400" b="0">
                <a:solidFill>
                  <a:srgbClr val="E9EEF3"/>
                </a:solidFill>
                <a:latin typeface="Arial"/>
              </a:rPr>
              <a:t>waktu, pelaku, aksi, dan ringkasan nilai lama/baru.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Tercatat: </a:t>
            </a:r>
            <a:r>
              <a:rPr sz="1400" b="0">
                <a:solidFill>
                  <a:srgbClr val="E9EEF3"/>
                </a:solidFill>
                <a:latin typeface="Arial"/>
              </a:rPr>
              <a:t>pengguna (buat/ubah/hapus, role, lantai), kartu (tambah, hilang/aktif, master), reset sandi, pengaturan &amp; backup, master card, matrix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Nama pelaku disalin </a:t>
            </a:r>
            <a:r>
              <a:rPr sz="1400" b="0">
                <a:solidFill>
                  <a:srgbClr val="E9EEF3"/>
                </a:solidFill>
                <a:latin typeface="Arial"/>
              </a:rPr>
              <a:t>saat kejadian, jadi riwayat tetap terbaca walau akunnya dihapus.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Nomor kartu disamarkan: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4 digit terakhir yang tampil.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Tidak bisa diubah/dihapus </a:t>
            </a:r>
            <a:r>
              <a:rPr sz="1400" b="0">
                <a:solidFill>
                  <a:srgbClr val="E9EEF3"/>
                </a:solidFill>
                <a:latin typeface="Arial"/>
              </a:rPr>
              <a:t>dari CMS; investigasi mendalam lewat database oleh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Login/logout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Tidak tercatat di sini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Meeting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Buat/ubah/batal tidak dicatat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Kiosk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Check-in, +15, buka pintu tidak dicatat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Untuk jejak itu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Pakai log server (journalctl) atau tabel event/tbl_event_rooms, bukan log audit.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Khusus Super Admin: </a:t>
            </a:r>
            <a:r>
              <a:rPr sz="1300">
                <a:solidFill>
                  <a:srgbClr val="E9EEF3"/>
                </a:solidFill>
                <a:latin typeface="Arial"/>
              </a:rPr>
              <a:t>matrix peran dan log audit ada di bawah halaman ini.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22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Unduh dan update APK tablet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https://&lt;domain&gt;/apk/index.html atau tombol Unduh APK Tablet.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Pindahkan APK ke tablet, buka file, dan izinkan instalasi sekali.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aplikasi kiosk dan cek footer: v1.3.9 (20) · CMS 3.12.0.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Cek status Online di Perangkat Tablet; bila perlu, pairing ulang.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389120"/>
            <a:ext cx="5623560" cy="15544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Rilis saat ini: 1.3.9 (20)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Build tag 1.3.9-20-f7c5d22. Unduh hanya dari server sendiri — jangan pakai file dari chat atau email. Catat versi yang dipasang di buku serah terima.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Halaman unduh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/apk/index.html → tombol Download APK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File paket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/apk/kiosk-release.apk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Versi CMS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dari footer CMS / package.json</a:t>
            </a:r>
          </a:p>
        </p:txBody>
      </p:sp>
      <p:sp>
        <p:nvSpPr>
          <p:cNvPr id="26" name="TextBox 9 26"/>
          <p:cNvSpPr txBox="1"/>
          <p:nvPr/>
        </p:nvSpPr>
        <p:spPr>
          <a:xfrm>
            <a:off x="6537960" y="402336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Operator yang mengganti paket: perbarui juga versi di halaman /apk dan riwayat di public/apk/README.md.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16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17 / 22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DDC84"/>
                </a:solidFill>
                <a:latin typeface="Arial"/>
              </a:defRPr>
            </a:pPr>
            <a:r>
              <a:t>TABLET ·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4F6F8"/>
                </a:solidFill>
                <a:latin typeface="Arial"/>
              </a:defRPr>
            </a:pPr>
            <a:r>
              <a:t>Easter egg: tombol Selesai tidak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D25A"/>
                </a:solidFill>
                <a:latin typeface="Arial"/>
              </a:defRPr>
            </a:pPr>
            <a:r>
              <a:t>5 tap pada pill IN USE — bukan tombol biasa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Pastikan meeting sudah check-in dan pill berstatus IN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pill IN USE sebanyak 5 kali dalam ±4 detik.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4553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455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Tombol “Selesai” muncul di bawah pill.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1246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Selesai → konfirmasi → ruangan kembali AVAILABLE.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5669280" cy="13258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Check-in lebih awal dari jam mulai?</a:t>
            </a:r>
          </a:p>
          <a:p>
            <a:pPr>
              <a:defRPr sz="1200">
                <a:solidFill>
                  <a:srgbClr val="F4F6F8"/>
                </a:solidFill>
                <a:latin typeface="Arial"/>
              </a:defRPr>
            </a:pPr>
            <a:r>
              <a:t>5 tap tetap dilakukan, tetapi kiosk hanya menampilkan “Selesai aktif pukul HH:MM”. Tombol Selesai baru bisa dipakai setelah jam mulai.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Admin IT: jangan tutup/restart aplikasi untuk menyelesaikan meeting. Gunakan 5 tap pill; Cancel di CMS hanya untuk booking yang salah.</a:t>
            </a:r>
          </a:p>
        </p:txBody>
      </p:sp>
      <p:pic>
        <p:nvPicPr>
          <p:cNvPr id="15" name="Picture 14" descr="flow-finish-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5074920" cy="3171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580644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Tombol Selesai muncul setelah 5 tap pill IN 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19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Admin, dan resepsionis dibuat; lantai kerja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1.3.9 (20)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