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1.4.3 (24)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1.4.3).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v1.4.3 (24)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1.4.3 (24)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1.4.3-24-c131edb.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1.4.3 (24)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